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Seating &amp; Patio 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Dining Bot sample corpus · GenAI-2026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Indoor vs outdoor (v1.0)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 indoor tables, 8 patio tables.</a:t>
            </a:r>
          </a:p>
          <a:p>
            <a:r>
              <a:t>Patio Oct–Apr when highs below 38°C. Closed May–Sep unless owner event.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 decisions (v1.1)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Rain &gt;40% or wind &gt;35 km/h → close patio.</a:t>
            </a:r>
          </a:p>
          <a:p>
            <a:r>
              <a:t>32–38°C: fans/misting OK. No ad-hoc patio in summer.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allocation (v1.0)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Parties 1–2: tables 1–8. 5+: combine 18–20 or patio 6–8 with notice.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