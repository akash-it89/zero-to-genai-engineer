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Ops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Dining Bot sample corpus · GenAI-2026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manager checklist (v1.0)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lunch: cooler temps, low-stock report, 86 list, reservations, promo brief.</a:t>
            </a:r>
          </a:p>
          <a:p>
            <a:r>
              <a:t>Before dinner: repeat stock, patio per weather, delivery roster.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discipline (v1.0)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Paid revenue = SUM(orders.total) WHERE status='paid'.</a:t>
            </a:r>
          </a:p>
          <a:p>
            <a:r>
              <a:t>Never quote from memory — use analytics or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HITL and menu writes (v1.0)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write path: ADD_MENU_ITEM after explicit human approval.</a:t>
            </a:r>
          </a:p>
          <a:p>
            <a:r>
              <a:t>Verify name, price, category, is_veg before approving.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week ahead (v1.0)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Combine: 7-day revenue SQL, low-stock xlsx, promo calendar, 3-day weather.</a:t>
            </a:r>
          </a:p>
          <a:p>
            <a:r>
              <a:t>Write weekly_plan.md with 3 manager actions — no DB writes from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