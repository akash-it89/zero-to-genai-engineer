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All-Hands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Dining Bot sample corpus · GenAI-2026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and senior offers (v1.3)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Students: 10% off food weekdays with valid ID.</a:t>
            </a:r>
          </a:p>
          <a:p>
            <a:r>
              <a:t>Seniors 60+: 15% Tuesday lunch only.</a:t>
            </a:r>
          </a:p>
          <a:p>
            <a:r>
              <a:t>Does NOT stack with WEEKDAY10 or loyalty.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WEEKDAY10 campaign (v1.3)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Mon–Thu 14:00–17:00: 10% off Main Course.</a:t>
            </a:r>
          </a:p>
          <a:p>
            <a:r>
              <a:t>POS code WEEKDAY10. Food subtotal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